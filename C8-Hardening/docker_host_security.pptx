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48640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B3B3"/>
                </a:solidFill>
              </a:rPr>
              <a:t>DockerFlix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</a:rPr>
              <a:t>HOST LEVEL SECURITY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E50914"/>
                </a:solidFill>
              </a:rPr>
              <a:t>IN DOCKER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3B3B3"/>
                </a:solidFill>
              </a:rPr>
              <a:t>🎬 A Netflix-Style Deep Dive into Container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402336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▶  PLAY EPISODE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Season 1 • Security • 6 Episodes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 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BIG PICTURE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3B3B3"/>
                </a:solidFill>
              </a:rPr>
              <a:t>Think of Docker Security Like a Premium Building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51760" cy="32004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BUILDING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0914"/>
                </a:solidFill>
              </a:rPr>
              <a:t>Your Server (Host)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The entire infrastructure that houses everything. If this falls, everything inside is compromised.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651760" cy="32004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0020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🚪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ROOMS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Containers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2461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Isolated spaces inside the building. Each room runs its own app, separated from others.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2651760" cy="320040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6002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GATEKEEPER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Docker Daemon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2461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Controls who enters and what they can do. A weak gatekeeper = full building access for anyone.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TLS  &amp;  USER NAMESPACE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402336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🔐  TLS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"Only Trusted People Can Talk to Docker"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645920" cy="320040"/>
          </a:xfrm>
          <a:prstGeom prst="rect">
            <a:avLst/>
          </a:prstGeom>
          <a:solidFill>
            <a:srgbClr val="B2071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WITHOUT TLS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Anyone on the network can run: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docker run -it ubuntu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→ Full server access 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286000"/>
            <a:ext cx="1737360" cy="3200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WITH TLS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Only users with a valid certificate (ID card) can connect to Docker.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Like a bank locker 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033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Your account = your certificate. Without it, you cannot stream.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280160"/>
            <a:ext cx="4023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👤  USER NAMESPACE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"Fake Root User"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1645920" cy="320040"/>
          </a:xfrm>
          <a:prstGeom prst="rect">
            <a:avLst/>
          </a:prstGeom>
          <a:solidFill>
            <a:srgbClr val="B2071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PROBLEM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Container root = Real host 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→ Container escape = full host control 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2286000"/>
            <a:ext cx="1737360" cy="3200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"userns-remap": "default"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Container root → Normal host user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70332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7033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👑 On screen = superstar.  👤 In real life = regular employee.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ICC  &amp;  NO-NEW-PRIVILEGES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🚫  DISABLE ICC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"Rooms Can't Talk Secretly"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3520440" cy="301752"/>
          </a:xfrm>
          <a:prstGeom prst="rect">
            <a:avLst/>
          </a:prstGeom>
          <a:solidFill>
            <a:srgbClr val="1A1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"icc": false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Containers CANNOT talk to each other by default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Hacked container cannot pivot to attack others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Explicit allow-listing required for communication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490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Actors on different shows can't access each other's scripts unless explicitly shared.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280160"/>
            <a:ext cx="4023360" cy="54864"/>
          </a:xfrm>
          <a:prstGeom prst="rect">
            <a:avLst/>
          </a:prstGeom>
          <a:solidFill>
            <a:srgbClr val="46D36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⛔  NO-NEW-PRIVILEGES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"No Promotion Allowed"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267712"/>
            <a:ext cx="3520440" cy="301752"/>
          </a:xfrm>
          <a:prstGeom prst="rect">
            <a:avLst/>
          </a:prstGeom>
          <a:solidFill>
            <a:srgbClr val="1A1A1A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26771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D3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"no-new-privileges": true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App tries sudo → BLOCKED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App tries setuid → BLOCKED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</a:rPr>
              <a:t>✅ Privilege escalation is impossible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74904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7490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A junior intern cannot suddenly become the CEO — no matter what.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CONTENT TRUST  &amp;  AUDIT LOGS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✅  CONTENT TRUST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"Only Verified Apps Allowed"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3520440" cy="301752"/>
          </a:xfrm>
          <a:prstGeom prst="rect">
            <a:avLst/>
          </a:prstGeom>
          <a:solidFill>
            <a:srgbClr val="1A1A1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 DOCKER_CONTENT_TRUST=1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691640" cy="731520"/>
          </a:xfrm>
          <a:prstGeom prst="rect">
            <a:avLst/>
          </a:prstGeom>
          <a:solidFill>
            <a:srgbClr val="2D0A0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080"/>
                </a:solidFill>
              </a:rPr>
              <a:t>❌ Without Trust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8080"/>
                </a:solidFill>
              </a:rPr>
              <a:t>Fake nginx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8080"/>
                </a:solidFill>
              </a:rPr>
              <a:t>can run freely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651760"/>
            <a:ext cx="1691640" cy="731520"/>
          </a:xfrm>
          <a:prstGeom prst="rect">
            <a:avLst/>
          </a:prstGeom>
          <a:solidFill>
            <a:srgbClr val="0A2D1A"/>
          </a:solidFill>
          <a:ln w="12700">
            <a:solidFill>
              <a:srgbClr val="46D3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651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FF80"/>
                </a:solidFill>
              </a:rPr>
              <a:t>✅ With Trust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FF80"/>
                </a:solidFill>
              </a:rPr>
              <a:t>Only signed official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FF80"/>
                </a:solidFill>
              </a:rPr>
              <a:t>images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20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Only verified content from licensed studios can stream. No pirated shows allowed.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28016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📹  AUDIT LOGS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B3B3"/>
                </a:solidFill>
              </a:rPr>
              <a:t>"CCTV Camera for Your Docker Host"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331720"/>
            <a:ext cx="35204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👤  Who ran a container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660904"/>
            <a:ext cx="35204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60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🔑  Who accessed Docker daemon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90088"/>
            <a:ext cx="35204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900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📦  Which images were pulled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319272"/>
            <a:ext cx="352044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319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⚠️  Any suspicious activity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520440"/>
            <a:ext cx="352044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520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D3FC"/>
                </a:solidFill>
              </a:rPr>
              <a:t>🎬 Netflix Analogy: Netflix tracks every login, stream, and device. You get an alert for unknown access.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DAEMON CONFIG  &amp;  LAB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B3B3"/>
                </a:solidFill>
              </a:rPr>
              <a:t>Putting It All Together — The Master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/etc/docker/daemon.json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"icc": false,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"userland-proxy": false,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"no-new-privileges": true,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"userns-remap": "default"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14800" cy="32918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08760"/>
            <a:ext cx="41148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🧪  LAB STEPS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112264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12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20848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Launch Ubuntu EC2 with Docker installed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496312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496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24688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sudo apt install -y docker.io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880360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85292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Add user: sudo usermod -aG docker ubuntu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264408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264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323697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Write daemon.json config (left panel)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648456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48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362102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sudo systemctl restart docker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4032504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032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400507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Test ICC: docker exec c1 ping c2 → FAIL 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4416552"/>
            <a:ext cx="256032" cy="25603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416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438912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</a:rPr>
              <a:t>Test privesc: sudo su inside container → FAIL ✓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SEASON FINALE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SECURITY ARSENAL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B3B3"/>
                </a:solidFill>
              </a:rPr>
              <a:t>6 Controls. 1 Goal: Even if something breaks inside, the host stays safe.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65176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6824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Only certified users talk to Docker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572768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72768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6824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Namespace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Container root = host normal user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572768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72768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6824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Disable ICC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Containers isolated from each other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2651760" cy="45720"/>
          </a:xfrm>
          <a:prstGeom prst="rect">
            <a:avLst/>
          </a:prstGeom>
          <a:solidFill>
            <a:srgbClr val="46D3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3127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No-New-Privileges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474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Zero privilege escalation possible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017520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01752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40480" y="3127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Content Trust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3474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Only signed, verified images run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017520"/>
            <a:ext cx="2651760" cy="123444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0175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0840" y="3127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Logs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3474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</a:rPr>
              <a:t>CCTV — every action is tracked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solidFill>
            <a:srgbClr val="1A0505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🎬  "We make Docker safe — so even if something breaks inside, the server stays protected."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 Level Security in Docker</dc:title>
  <dc:subject>PptxGenJS Presentation</dc:subject>
  <dc:creator>PptxGenJS</dc:creator>
  <cp:lastModifiedBy>PptxGenJS</cp:lastModifiedBy>
  <cp:revision>1</cp:revision>
  <dcterms:created xsi:type="dcterms:W3CDTF">2026-04-27T14:12:30Z</dcterms:created>
  <dcterms:modified xsi:type="dcterms:W3CDTF">2026-04-27T14:12:30Z</dcterms:modified>
</cp:coreProperties>
</file>